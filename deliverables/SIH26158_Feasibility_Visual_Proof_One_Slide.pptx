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629c9a20a14b7f" /><Relationship Type="http://schemas.openxmlformats.org/officeDocument/2006/relationships/extended-properties" Target="/docProps/app.xml" Id="R2033b756d7754906" /><Relationship Type="http://schemas.openxmlformats.org/officeDocument/2006/relationships/officeDocument" Target="/ppt/presentation.xml" Id="R6f7484d2aad1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09cd916dd4430"/>
  </p:sldMasterIdLst>
  <p:notesMasterIdLst>
    <p:notesMasterId xmlns:r="http://schemas.openxmlformats.org/officeDocument/2006/relationships" r:id="R5d30a5f9a5a34dba"/>
  </p:notesMasterIdLst>
  <p:sldIdLst>
    <p:sldId xmlns:r="http://schemas.openxmlformats.org/officeDocument/2006/relationships" id="256" r:id="R38bbb729c30247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50cb0e7a6c4485" /><Relationship Type="http://schemas.openxmlformats.org/officeDocument/2006/relationships/slideMaster" Target="/ppt/slideMasters/slideMaster1.xml" Id="Ra3709cd916dd4430" /><Relationship Type="http://schemas.openxmlformats.org/officeDocument/2006/relationships/notesMaster" Target="/ppt/notesMasters/notesMaster1.xml" Id="R5d30a5f9a5a34dba" /><Relationship Type="http://schemas.openxmlformats.org/officeDocument/2006/relationships/presProps" Target="/ppt/presProps.xml" Id="R6305b78aaf104d9e" /><Relationship Type="http://schemas.openxmlformats.org/officeDocument/2006/relationships/tableStyles" Target="/ppt/tableStyles.xml" Id="R425e4231627740e7" /><Relationship Type="http://schemas.openxmlformats.org/officeDocument/2006/relationships/slide" Target="/ppt/slides/slide1.xml" Id="R38bbb729c30247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972673c8b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18e21b36846b0" /><Relationship Type="http://schemas.openxmlformats.org/officeDocument/2006/relationships/notesMaster" Target="/ppt/notesMasters/notesMaster1.xml" Id="R966c626eec7c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Documented runtime values: 80.75-minute historical run, 28.81-minute latest archived wall-clock run, and 15-minute target.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5693037714c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0e428df9be4958" /><Relationship Type="http://schemas.openxmlformats.org/officeDocument/2006/relationships/slideLayout" Target="/ppt/slideLayouts/slideLayout1.xml" Id="Rab90427179e24d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90427179e24d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0aa78b14f489b" /><Relationship Type="http://schemas.openxmlformats.org/officeDocument/2006/relationships/image" Target="/ppt/media/image.png" Id="R1daac642acee4e6b" /><Relationship Type="http://schemas.openxmlformats.org/officeDocument/2006/relationships/image" Target="/ppt/media/image2.png" Id="Rc0b230c9b3744e90" /><Relationship Type="http://schemas.openxmlformats.org/officeDocument/2006/relationships/chart" Target="/ppt/slides/charts/chart1.xml" Id="R9ada269f94114e4f" /><Relationship Type="http://schemas.openxmlformats.org/officeDocument/2006/relationships/image" Target="/ppt/media/image3.png" Id="Rcfde1f6de5ca4cd5" /><Relationship Type="http://schemas.openxmlformats.org/officeDocument/2006/relationships/notesSlide" Target="/ppt/notesSlides/notesSlide1.xml" Id="R2d9b582850cb4eb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Latest run</c:v>
              </c:pt>
              <c:pt idx="2">
                <c:v>15-min target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AE7A28-7A25-4B6C-9A13-4F04C89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a completed drone-video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DCCC6-3747-4C94-A32D-A8A59F9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6DE5-5F4D-4DCB-84B0-0301DA6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DFFC2-6F05-48D1-88E9-F426FCD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6B525-42BC-45CC-8C58-9CCCCFC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3C89D-FABE-4E5C-9162-7CB8D871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58BFE-B539-4B43-B084-D7B48B5E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ac642acee4e6b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FA6A9-B256-4745-AF53-66F4AFB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EFF6B-5A0B-4DCB-8CC8-08EC8D26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D2646-98BD-4018-8D8B-A8CEC909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8AF4C-5CA1-4AC1-97C3-5B7DB6D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230c9b3744e90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2B8BB-B5B3-4188-8E54-D591B214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CB7B7-8B67-4302-A440-AA058DA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0FBA1-1A06-4E68-BAD5-6F4BBBB2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E4029-A2D2-495D-93C7-0F9C90B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BE4E8-441D-48D7-9254-EB845746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638E0-DA20-47E9-8895-746C8C2E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A4D43-7ABA-4FD5-9130-27ACA3D3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480C6-12AF-4421-8C97-2A8E800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SPEED PROOF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00050" y="4057650"/>
          <a:ext xmlns:a="http://schemas.openxmlformats.org/drawingml/2006/main" cx="40005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da269f94114e4f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93A00-30B8-4AE9-9A30-0AC27BB5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64%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59B5-E87D-4473-B5EA-AD703F6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95825"/>
            <a:ext cx="1123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5D121-FD72-4EEE-814D-E178511D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1AB52-E108-4F0F-B142-BFE4421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latest wall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AC930-564C-44D0-BFD4-9FDE0B82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64BA5-75A2-4705-8EAA-F9BF4A65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e1f6de5ca4cd5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7498B-6A75-4CE9-BDB7-08016F7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3DE6A-AEBD-48ED-9864-9F1B2AF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F6D1B-55F8-4627-92DD-C5A2BD5C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0903E-086D-457D-9602-42CD2B9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1BD16-2BBC-4786-A968-7CD72C5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5BC5A8-12ED-4FD4-ACDC-8CDCE341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01A82E-D5EA-4193-825B-19D907D8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0F966-2B76-4E2F-96D7-0C3915A6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15FDE6-0718-49CF-942A-C7427B90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766539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2026-09-15T05:20:55.7190000Z</dcterms:created>
  <dcterms:modified xsi:type="dcterms:W3CDTF">2026-09-15T05:20:55.7190000Z</dcterms:modified>
</coreProperties>
</file>