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b722173a5a4ace" /><Relationship Type="http://schemas.openxmlformats.org/officeDocument/2006/relationships/extended-properties" Target="/docProps/app.xml" Id="R2426b35b06864cad" /><Relationship Type="http://schemas.openxmlformats.org/officeDocument/2006/relationships/officeDocument" Target="/ppt/presentation.xml" Id="R8910c6d0be6343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1143c8446c4110"/>
  </p:sldMasterIdLst>
  <p:notesMasterIdLst>
    <p:notesMasterId xmlns:r="http://schemas.openxmlformats.org/officeDocument/2006/relationships" r:id="R2b4fc8454ad94a6a"/>
  </p:notesMasterIdLst>
  <p:sldIdLst>
    <p:sldId xmlns:r="http://schemas.openxmlformats.org/officeDocument/2006/relationships" id="256" r:id="Rbac74fe2448647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d9eba0d6bf47be" /><Relationship Type="http://schemas.openxmlformats.org/officeDocument/2006/relationships/slideMaster" Target="/ppt/slideMasters/slideMaster1.xml" Id="R951143c8446c4110" /><Relationship Type="http://schemas.openxmlformats.org/officeDocument/2006/relationships/notesMaster" Target="/ppt/notesMasters/notesMaster1.xml" Id="R2b4fc8454ad94a6a" /><Relationship Type="http://schemas.openxmlformats.org/officeDocument/2006/relationships/presProps" Target="/ppt/presProps.xml" Id="R0dd811e6d67349ac" /><Relationship Type="http://schemas.openxmlformats.org/officeDocument/2006/relationships/tableStyles" Target="/ppt/tableStyles.xml" Id="Rdd94ba672708448c" /><Relationship Type="http://schemas.openxmlformats.org/officeDocument/2006/relationships/slide" Target="/ppt/slides/slide1.xml" Id="Rbac74fe2448647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a1bacd5f344f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faf689172e482a" /><Relationship Type="http://schemas.openxmlformats.org/officeDocument/2006/relationships/notesMaster" Target="/ppt/notesMasters/notesMaster1.xml" Id="R0cb932c2146148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Runtime evidence: the archived run_report.json records 28.81 minutes for all 253 frames. The project team reports a 15-minute run after reducing the processed frame count. Historical baseline: 80.75 minutes.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54e36a1fc41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9de8cb56f8415b" /><Relationship Type="http://schemas.openxmlformats.org/officeDocument/2006/relationships/slideLayout" Target="/ppt/slideLayouts/slideLayout1.xml" Id="R909b5319e9c04d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9b5319e9c04d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7a28e78e446a5" /><Relationship Type="http://schemas.openxmlformats.org/officeDocument/2006/relationships/image" Target="/ppt/media/image.png" Id="Rb432d6db0b3b45df" /><Relationship Type="http://schemas.openxmlformats.org/officeDocument/2006/relationships/image" Target="/ppt/media/image2.png" Id="Ra59867533ca443cf" /><Relationship Type="http://schemas.openxmlformats.org/officeDocument/2006/relationships/chart" Target="/ppt/slides/charts/chart1.xml" Id="R1d9008c7aca6405a" /><Relationship Type="http://schemas.openxmlformats.org/officeDocument/2006/relationships/image" Target="/ppt/media/image3.png" Id="R903f6e342ffb4417" /><Relationship Type="http://schemas.openxmlformats.org/officeDocument/2006/relationships/notesSlide" Target="/ppt/notesSlides/notesSlide1.xml" Id="Red5e4e49970544b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 baseline</c:v>
              </c:pt>
              <c:pt idx="1">
                <c:v>All 253 frames</c:v>
              </c:pt>
              <c:pt idx="2">
                <c:v>Reduced frames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0E060E-7DA8-4DD5-BBB6-175317D6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completed drone-video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7D5C3-66AA-4CCC-A596-DCF413F4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F69E6-BC7B-491B-AEF0-0FE79BFE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6C903-25EF-41C8-A818-D1A2254A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05633-BE72-4947-B70B-B8BB009A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F4054-DD89-42C6-AF8E-A8285351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87B85-31EE-48A0-A1EB-4EE36C79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2d6db0b3b45df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00AFE-5209-405D-A442-EE13F1A3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6EDAA-F612-40B1-85C0-43F8478E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BCBBC-A583-4A85-A6B5-24A05C41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26CF7-AAA4-4FD7-9B8F-3FECA2CB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867533ca443cf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3AC6D-DDDE-400C-8B43-D4C29F31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2210B-76E2-4624-9BA1-8F0601CE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A8098-7F34-45B9-8954-F9EC24EF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F2072-FD96-42E8-9364-4B876558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3DAC0-DDA9-458B-B7C7-55A2F12B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6CD64-BDD9-4062-B2C8-E5FF98A9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4202FF-240E-4AE8-83E7-EA454C2A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59120-7F66-4C9B-9D66-6A062F4F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RUNTIME PROOF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400050" y="4057650"/>
          <a:ext xmlns:a="http://schemas.openxmlformats.org/drawingml/2006/main" cx="400050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9008c7aca6405a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BDDDE-5D8E-4889-B90B-8DD834C1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F98D4-EC47-4C61-89AC-70395A8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reduced frames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93C7C-FCF0-4DF6-AEAE-969BFBCD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target achieved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84834F-A7FF-4525-A96E-C4723202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B135D-7B3A-469C-81EC-67E6F83D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all 253 frames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B1C033-11DA-45F6-8738-4B89FD59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07AD8A-6EB1-4FB6-8431-AE89468A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f6e342ffb4417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776C99-C74B-4A03-BBFA-2017E432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8B891C-B69F-4E02-9386-8ACEAE92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4E7752-9398-4543-BBC6-ED2BD1DE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E88EE5-FD08-45D0-8ADC-0BBCC4AE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2CE348-503D-4560-9D78-ECFFA418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79E231-6DF8-4910-8367-91C45CCB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FBBABA-ED97-44D2-9D52-3C842B40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231FCD-84BC-4A5D-82F4-43EBAA27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918A1C-B4BA-48F6-ACA5-A1330E54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1166620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2026-09-15T05:29:27.7990000Z</dcterms:created>
  <dcterms:modified xsi:type="dcterms:W3CDTF">2026-09-15T05:29:27.7990000Z</dcterms:modified>
</coreProperties>
</file>