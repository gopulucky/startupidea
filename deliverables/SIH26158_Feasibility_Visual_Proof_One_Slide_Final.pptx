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5ce2690364b40" /><Relationship Type="http://schemas.openxmlformats.org/officeDocument/2006/relationships/extended-properties" Target="/docProps/app.xml" Id="Rf47a6203feff4c2b" /><Relationship Type="http://schemas.openxmlformats.org/officeDocument/2006/relationships/officeDocument" Target="/ppt/presentation.xml" Id="R24bc59db978c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3e1bc54eb44a8"/>
  </p:sldMasterIdLst>
  <p:notesMasterIdLst>
    <p:notesMasterId xmlns:r="http://schemas.openxmlformats.org/officeDocument/2006/relationships" r:id="Re93f55b1220e4dba"/>
  </p:notesMasterIdLst>
  <p:sldIdLst>
    <p:sldId xmlns:r="http://schemas.openxmlformats.org/officeDocument/2006/relationships" id="256" r:id="R1f5356a82e394b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269fb079747c1" /><Relationship Type="http://schemas.openxmlformats.org/officeDocument/2006/relationships/slideMaster" Target="/ppt/slideMasters/slideMaster1.xml" Id="R6983e1bc54eb44a8" /><Relationship Type="http://schemas.openxmlformats.org/officeDocument/2006/relationships/notesMaster" Target="/ppt/notesMasters/notesMaster1.xml" Id="Re93f55b1220e4dba" /><Relationship Type="http://schemas.openxmlformats.org/officeDocument/2006/relationships/presProps" Target="/ppt/presProps.xml" Id="Rede44c6568d74c32" /><Relationship Type="http://schemas.openxmlformats.org/officeDocument/2006/relationships/tableStyles" Target="/ppt/tableStyles.xml" Id="Rdcaf161e00d74dc8" /><Relationship Type="http://schemas.openxmlformats.org/officeDocument/2006/relationships/slide" Target="/ppt/slides/slide1.xml" Id="R1f5356a82e39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282e121604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46a4b0cda4cf0" /><Relationship Type="http://schemas.openxmlformats.org/officeDocument/2006/relationships/notesMaster" Target="/ppt/notesMasters/notesMaster1.xml" Id="R06192bf83c6d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Documented runtime values: 80.75-minute historical run, 28.81-minute latest archived wall-clock run, and 15-minute target.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fb6a5514f41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2b635d8c54de7" /><Relationship Type="http://schemas.openxmlformats.org/officeDocument/2006/relationships/slideLayout" Target="/ppt/slideLayouts/slideLayout1.xml" Id="R027733518098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733518098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5cfb6cde47a1" /><Relationship Type="http://schemas.openxmlformats.org/officeDocument/2006/relationships/image" Target="/ppt/media/image.png" Id="R36f18405b2f44096" /><Relationship Type="http://schemas.openxmlformats.org/officeDocument/2006/relationships/image" Target="/ppt/media/image2.png" Id="Ref15db1ab14f4eba" /><Relationship Type="http://schemas.openxmlformats.org/officeDocument/2006/relationships/chart" Target="/ppt/slides/charts/chart1.xml" Id="R9d6dba35c7c24d4b" /><Relationship Type="http://schemas.openxmlformats.org/officeDocument/2006/relationships/image" Target="/ppt/media/image3.png" Id="R6a166d6fec054cb4" /><Relationship Type="http://schemas.openxmlformats.org/officeDocument/2006/relationships/notesSlide" Target="/ppt/notesSlides/notesSlide1.xml" Id="Rc48a6e6ec88c4a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Latest run</c:v>
              </c:pt>
              <c:pt idx="2">
                <c:v>15-min target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B0E668-D44E-4F65-90B9-5160ABA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a completed drone-video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65A38-52C9-4AAB-AFF0-5F57F9AB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30BDA-CA56-48F1-9BA3-D5AA3569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DA40A-6721-4FB3-AF6F-F08AB72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1C55E-851E-4BDD-ACAE-F7818F9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DEC62-860E-42DF-B49A-B5025C16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7C70F-EEE3-4536-B05E-A40D648D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18405b2f44096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AF355-6335-4DD3-AAED-0763BDF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AECBA-641B-4C5E-B059-16C9E4E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6B876-CEC0-4D2F-9358-250F6C5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8BF35-9493-41EE-8798-9E5FC99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5db1ab14f4eba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4F8AC-CBA7-45DC-B470-8B2D9B2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F8110-2571-4D60-B61C-283BEAA5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8A3C9-CCA2-43AA-A6E0-56851795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C8278-9BA0-4C58-9671-A6907FF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5CBA8-5DC1-4944-A28C-7AFBD21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0DD1A-B894-42AE-A88C-BA46EE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9D46C-28A1-43C3-B000-3C2929D8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FF7F7-324A-4EB5-86A7-95B4EA4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SPEED PROOF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6dba35c7c24d4b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F3E40-5489-43D1-93EF-4EE1497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64%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4CCC7-47CC-4D17-A3B5-7491FE76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95825"/>
            <a:ext cx="112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978DA-F2DD-4C97-914C-68FA99D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EB2D2-5771-422C-91C5-858B8C68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latest wall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385BA-806F-46D7-B8C1-974EF2F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5ACCD-E2F7-4187-9258-AC1EC5A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6d6fec054cb4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C53EC-1ACA-4879-8F67-F77F0C99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CC11E-CA3C-40D3-BD68-47EC7E0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164FE-CD21-420A-97DE-58746B3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3C204-0219-4D64-92D8-D8678E95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8DE7D-C573-45FF-86B4-82546E8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D3F4B-744D-4A95-8640-3CE2D3E9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F2530-047F-47AC-8E7E-B9DCD67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F08FEB-2897-4654-8BDA-770BAC4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173B7-77B4-4DBA-ADF1-C18ED4B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217002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2026-09-15T05:21:51.8070000Z</dcterms:created>
  <dcterms:modified xsi:type="dcterms:W3CDTF">2026-09-15T05:21:51.8070000Z</dcterms:modified>
</coreProperties>
</file>