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19f96452d840a2" /><Relationship Type="http://schemas.openxmlformats.org/officeDocument/2006/relationships/extended-properties" Target="/docProps/app.xml" Id="Re97af97cdb5c44df" /><Relationship Type="http://schemas.openxmlformats.org/officeDocument/2006/relationships/officeDocument" Target="/ppt/presentation.xml" Id="R96e0114db7ad4e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358f9e4124ed1"/>
  </p:sldMasterIdLst>
  <p:notesMasterIdLst>
    <p:notesMasterId xmlns:r="http://schemas.openxmlformats.org/officeDocument/2006/relationships" r:id="R5e292f8424fa4772"/>
  </p:notesMasterIdLst>
  <p:sldIdLst>
    <p:sldId xmlns:r="http://schemas.openxmlformats.org/officeDocument/2006/relationships" id="256" r:id="R8b28d61500c847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47cb3e22d1464e" /><Relationship Type="http://schemas.openxmlformats.org/officeDocument/2006/relationships/slideMaster" Target="/ppt/slideMasters/slideMaster1.xml" Id="R6da358f9e4124ed1" /><Relationship Type="http://schemas.openxmlformats.org/officeDocument/2006/relationships/notesMaster" Target="/ppt/notesMasters/notesMaster1.xml" Id="R5e292f8424fa4772" /><Relationship Type="http://schemas.openxmlformats.org/officeDocument/2006/relationships/presProps" Target="/ppt/presProps.xml" Id="Rff68b2d2db0f4fdb" /><Relationship Type="http://schemas.openxmlformats.org/officeDocument/2006/relationships/tableStyles" Target="/ppt/tableStyles.xml" Id="R454954b40b934fcf" /><Relationship Type="http://schemas.openxmlformats.org/officeDocument/2006/relationships/slide" Target="/ppt/slides/slide1.xml" Id="R8b28d61500c847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0ddc210b2440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4fd6e694d46fc" /><Relationship Type="http://schemas.openxmlformats.org/officeDocument/2006/relationships/notesMaster" Target="/ppt/notesMasters/notesMaster1.xml" Id="R8f994bf3515e43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5cfabf5ea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8d325f3d4a469a" /><Relationship Type="http://schemas.openxmlformats.org/officeDocument/2006/relationships/slideLayout" Target="/ppt/slideLayouts/slideLayout1.xml" Id="R8f3f83d5e766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3f83d5e766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8b7c71a904c46" /><Relationship Type="http://schemas.openxmlformats.org/officeDocument/2006/relationships/image" Target="/ppt/media/image.png" Id="Rb53f14edbfc8401c" /><Relationship Type="http://schemas.openxmlformats.org/officeDocument/2006/relationships/image" Target="/ppt/media/image2.png" Id="R1b18acdc81dc46e1" /><Relationship Type="http://schemas.openxmlformats.org/officeDocument/2006/relationships/chart" Target="/ppt/slides/charts/chart1.xml" Id="R48c2046e9a3c4ecf" /><Relationship Type="http://schemas.openxmlformats.org/officeDocument/2006/relationships/image" Target="/ppt/media/image3.png" Id="R763a0e706fa44e6a" /><Relationship Type="http://schemas.openxmlformats.org/officeDocument/2006/relationships/notesSlide" Target="/ppt/notesSlides/notesSlide1.xml" Id="Re10f196d09d5430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BE7C53-D713-484F-BA8F-34AD51C7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1DC74-E927-4997-AA11-CD9CF8BD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D96F6-97D6-4878-81AE-BC1B5331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D30FF-C12A-4021-B3E2-8123FC8E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98E39-57A5-4824-8FF0-CA089F21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6642A-8B11-4218-83DA-3AE24911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45EB5-5880-424E-AFC7-FDEB57BE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f14edbfc8401c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3F2B4-F0BB-4333-AC74-F7913202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0EBCB-81DD-41E2-9055-052CCF7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2BA8E-C366-48F3-B7B7-88D84BF2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A2EBA-698B-439A-A24C-E5245E30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8acdc81dc46e1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5E8A6-DCBF-4B27-8992-FD1D23E5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FAF44-374E-4883-979D-764AB2DA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063DD-E2A7-45C5-B9C0-DC7814FF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D1A32-040A-44C6-B64A-DCBB2CFF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80F18-FEC6-40BE-A68D-010682C6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5797A-746A-43DE-8264-6263C13E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338EB-EF86-44BC-9B58-F0719106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B7C3D-0E6C-4225-B6A8-B1E369A8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61950" y="4057650"/>
          <a:ext xmlns:a="http://schemas.openxmlformats.org/drawingml/2006/main" cx="40767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c2046e9a3c4ecf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F2009-3911-4134-9F79-287366B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4572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Processing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6D65A-AEB0-4EA2-A8EB-B11F60EF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53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 (minutes)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4659E-F6E9-4859-8D73-1697E550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8EB3A-3B8E-4900-AE32-CBEA298D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FC1DF-6B6D-428A-9C04-E7518CEA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E87FD-F811-466A-8CA8-1D84B61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3ABE45-B715-4063-87E5-999C10E9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A1D971-B3A7-44CB-B2AB-E8E88E0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D0E5B4-C91C-411E-9924-97BD55EF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a0e706fa44e6a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94739B-60AC-45E1-9292-53A92420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21234-3574-407A-9885-A394719B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AEA8EB-2B1D-4F1B-9FDA-4A33C157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C1FE55-EF42-492C-8D62-E68DDA50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349F25-A648-4D66-80DB-ECC70E8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D15655-BF82-4CB5-825E-8210DA84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2DC16E-B9F7-4933-A2F8-73EE7039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6AD869-B94C-471A-8399-694607A5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741A56-A0AE-44B7-AB30-F0453CD1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1477996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2026-09-15T05:35:52.7270000Z</dcterms:created>
  <dcterms:modified xsi:type="dcterms:W3CDTF">2026-09-15T05:35:52.7270000Z</dcterms:modified>
</coreProperties>
</file>