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fdb4a24e714fcd" /><Relationship Type="http://schemas.openxmlformats.org/officeDocument/2006/relationships/extended-properties" Target="/docProps/app.xml" Id="Ra5d90762eb7443b0" /><Relationship Type="http://schemas.openxmlformats.org/officeDocument/2006/relationships/officeDocument" Target="/ppt/presentation.xml" Id="R2aa66c783f804a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1301dbf114f4f"/>
  </p:sldMasterIdLst>
  <p:notesMasterIdLst>
    <p:notesMasterId xmlns:r="http://schemas.openxmlformats.org/officeDocument/2006/relationships" r:id="R95922e20e1ed4848"/>
  </p:notesMasterIdLst>
  <p:sldIdLst>
    <p:sldId xmlns:r="http://schemas.openxmlformats.org/officeDocument/2006/relationships" id="256" r:id="Rb2c031f9b9844f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a4b73ade7d49bd" /><Relationship Type="http://schemas.openxmlformats.org/officeDocument/2006/relationships/slideMaster" Target="/ppt/slideMasters/slideMaster1.xml" Id="R4131301dbf114f4f" /><Relationship Type="http://schemas.openxmlformats.org/officeDocument/2006/relationships/notesMaster" Target="/ppt/notesMasters/notesMaster1.xml" Id="R95922e20e1ed4848" /><Relationship Type="http://schemas.openxmlformats.org/officeDocument/2006/relationships/presProps" Target="/ppt/presProps.xml" Id="R3f44c7e8dbbb4048" /><Relationship Type="http://schemas.openxmlformats.org/officeDocument/2006/relationships/tableStyles" Target="/ppt/tableStyles.xml" Id="R61383ea0fffa46ff" /><Relationship Type="http://schemas.openxmlformats.org/officeDocument/2006/relationships/slide" Target="/ppt/slides/slide1.xml" Id="Rb2c031f9b9844f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4faf2789a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12509482c4fb5" /><Relationship Type="http://schemas.openxmlformats.org/officeDocument/2006/relationships/notesMaster" Target="/ppt/notesMasters/notesMaster1.xml" Id="R27e148ddf78f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The archive confirms valid GLB, LAS and GeoTIFF products, 604,982 points, 361,510 mesh faces, 28.81-minute wall time, 81.82% registration and 0.457586 px mean reprojection error.</a:t>
            </a:r>
          </a:p>
          <a:p xmlns:a="http://schemas.openxmlformats.org/drawingml/2006/main">
            <a:r>
              <a:t>Accuracy boundary: surveyed checkpoints and dense reference geometry are absent, so the one-metre surface target remains unevaluated.</a:t>
            </a:r>
          </a:p>
          <a:p xmlns:a="http://schemas.openxmlformats.org/drawingml/2006/main">
            <a:r>
              <a:t>The team will provide the viewer demonstration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80eaeb680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70fe241b35479a" /><Relationship Type="http://schemas.openxmlformats.org/officeDocument/2006/relationships/slideLayout" Target="/ppt/slideLayouts/slideLayout1.xml" Id="Rbbddba06d8584f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ddba06d8584f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da868aaf54062" /><Relationship Type="http://schemas.openxmlformats.org/officeDocument/2006/relationships/notesSlide" Target="/ppt/notesSlides/notesSlide1.xml" Id="R318ace002b7345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2F0A4-B33E-48DB-8058-5C998D6C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A1738-9A13-4489-A43A-B950434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285DA-DABB-4CD4-934D-3729D93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2EF02-FBE5-429E-8CAD-D9B99D1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"/>
            <a:ext cx="19050" cy="651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58899-77FB-44CE-9E37-333914B5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09950"/>
            <a:ext cx="1184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248C3-AEFC-468E-B7C7-A8C3A287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90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Technical feasibility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1A673-6A2E-43DB-89F4-3BB2F42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96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C0D46-2A59-47F2-92ED-62A8EF9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52475"/>
            <a:ext cx="5429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7402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End-to-end pipeline: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One 4.19-minute flight produced a georeferenced reconstruction from 253 selected frames.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Verified output: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604,982 coloured points, a 361,510-face mesh, and a textured GLB were generated.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GIS interoperability: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LAS and GeoTIFF passed structural checks with EPSG:32610 metadata.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Reconstruction quality: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Mean reprojection error reached 0.458 px and the capture-quality screen passed.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1DFDA-95E5-4884-A7A4-2B373F19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Implementation feasibility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AEE8A-791A-4480-8FD7-5895105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96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CD0F6-BFF5-45A6-9CB5-28FBCC6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52475"/>
            <a:ext cx="5429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8752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GPU workflow: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COLMAP 4.2 ran with CUDA on a Tesla T4, with dense stereo reaching 100% peak GPU use.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Runtime progress: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Wall time fell from 80.75 to 28.81 minutes, a 64% reduction across documented runs.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Automated operation: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The Colab workflow handles keyframes, telemetry, reconstruction, export, and verification.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Metric viewer: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The model and metadata preserve local ENU coordinates for distance measurement.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D5B51-23EA-4D79-8CDE-6CF7EC3F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Current challenges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AAAE0-2270-4E66-BE81-C7925606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290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04C22-21E7-4551-83BF-2FDD0FC2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71950"/>
            <a:ext cx="5429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3939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Runtime target: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The latest 28.81-minute run remains above the required 15 minutes.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Accuracy evidence: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Independent checkpoint RMSE is absent. The 1.835 m GPS RMSE is only a camera diagnostic.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Registration: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81.82% of selected images registered, below the current 90% production gate.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Coverage and robustness: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DSM coverage is 13.84%, and the archived run skipped dynamic-object masking.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6238A-9F7F-44D6-9A1A-1AD45E08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Evidence and improvement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EE594-E27C-454B-809A-9CECAA2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90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4F1AD-51C3-4D76-9A2F-79E614D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429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1930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Accuracy proof: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Survey at least three holdout checkpoints and report 3D RMSE below 1.0 m.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Runtime focus: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Optimize dense stereo and sparse mapping. The measured run needs a further 1.92x speedup.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Capture improvement: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Increase overlap and use camera calibration to improve registration and DSM coverage.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Judge demonstration: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Add the viewer measurement, QGIS DSM, CloudCompare LAS, and an AI-mask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6012B-5675-495C-A37B-9EF102ED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38925"/>
            <a:ext cx="838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9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798A"/>
                </a:solidFill>
                <a:latin typeface="Arial"/>
                <a:ea typeface="Arial"/>
                <a:cs typeface="Arial"/>
              </a:rPr>
              <a:t>Evidence source: optimized_v1 output archive, run_report.json and verification_report.json</a:t>
            </a:r>
          </a:p>
        </p:txBody>
      </p:sp>
    </p:spTree>
    <p:extLst>
      <p:ext uri="{BB962C8B-B14F-4D97-AF65-F5344CB8AC3E}">
        <p14:creationId xmlns:p14="http://schemas.microsoft.com/office/powerpoint/2010/main" val="900987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2026-09-15T05:10:01.8740000Z</dcterms:created>
  <dcterms:modified xsi:type="dcterms:W3CDTF">2026-09-15T05:10:01.8740000Z</dcterms:modified>
</coreProperties>
</file>