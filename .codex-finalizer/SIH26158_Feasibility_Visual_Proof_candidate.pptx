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396c455188461e" /><Relationship Type="http://schemas.openxmlformats.org/officeDocument/2006/relationships/extended-properties" Target="/docProps/app.xml" Id="R6c4e7f059e224d3f" /><Relationship Type="http://schemas.openxmlformats.org/officeDocument/2006/relationships/officeDocument" Target="/ppt/presentation.xml" Id="R70b69ca6772943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806779d0e14ddb"/>
  </p:sldMasterIdLst>
  <p:notesMasterIdLst>
    <p:notesMasterId xmlns:r="http://schemas.openxmlformats.org/officeDocument/2006/relationships" r:id="R35ce4c958d954983"/>
  </p:notesMasterIdLst>
  <p:sldIdLst>
    <p:sldId xmlns:r="http://schemas.openxmlformats.org/officeDocument/2006/relationships" id="256" r:id="R639d479bba574d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6165c11e274759" /><Relationship Type="http://schemas.openxmlformats.org/officeDocument/2006/relationships/slideMaster" Target="/ppt/slideMasters/slideMaster1.xml" Id="R47806779d0e14ddb" /><Relationship Type="http://schemas.openxmlformats.org/officeDocument/2006/relationships/notesMaster" Target="/ppt/notesMasters/notesMaster1.xml" Id="R35ce4c958d954983" /><Relationship Type="http://schemas.openxmlformats.org/officeDocument/2006/relationships/presProps" Target="/ppt/presProps.xml" Id="R5783e3c2706e4eee" /><Relationship Type="http://schemas.openxmlformats.org/officeDocument/2006/relationships/tableStyles" Target="/ppt/tableStyles.xml" Id="R6885f59f486c41b7" /><Relationship Type="http://schemas.openxmlformats.org/officeDocument/2006/relationships/slide" Target="/ppt/slides/slide1.xml" Id="R639d479bba574d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544b93807e47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d8da098a9a4ac4" /><Relationship Type="http://schemas.openxmlformats.org/officeDocument/2006/relationships/notesMaster" Target="/ppt/notesMasters/notesMaster1.xml" Id="Raaca2f1d015844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Documented runtime values: 80.75-minute historical run, 28.81-minute latest archived wall-clock run, and 15-minute target.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172546d464a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2660118f064ac2" /><Relationship Type="http://schemas.openxmlformats.org/officeDocument/2006/relationships/slideLayout" Target="/ppt/slideLayouts/slideLayout1.xml" Id="Rddf4d220c0a542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f4d220c0a542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c0eb18f24488c" /><Relationship Type="http://schemas.openxmlformats.org/officeDocument/2006/relationships/image" Target="/ppt/media/image.png" Id="Rf782f0e0aa7a43b3" /><Relationship Type="http://schemas.openxmlformats.org/officeDocument/2006/relationships/image" Target="/ppt/media/image2.png" Id="R19358b9972f04a18" /><Relationship Type="http://schemas.openxmlformats.org/officeDocument/2006/relationships/chart" Target="/ppt/slides/charts/chart1.xml" Id="R727d85f087e64d2c" /><Relationship Type="http://schemas.openxmlformats.org/officeDocument/2006/relationships/image" Target="/ppt/media/image3.png" Id="Rbe31d3137ffc48a7" /><Relationship Type="http://schemas.openxmlformats.org/officeDocument/2006/relationships/notesSlide" Target="/ppt/notesSlides/notesSlide1.xml" Id="R65ea11499517429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Latest run</c:v>
              </c:pt>
              <c:pt idx="2">
                <c:v>15-min target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tickLblPos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C78DEC-D260-4A37-87E5-314CC736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a completed drone-video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42D7A-51BE-409B-BD8D-A6519D18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78F09-C827-4354-81A6-48493676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5480F-88B1-4E47-B2D9-A83515A9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5378B-38CB-42A8-A663-581309E2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D2182-506E-424B-8530-A27EC728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EE807-A393-48A7-9F04-FA110F96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2f0e0aa7a43b3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C6241-1363-4171-BD76-1F93F2BA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C64BA-35BC-48BD-9935-A6127007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CCF8A-64F0-4848-9DEA-53217333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E38C4-4036-44F3-9B7A-C2486658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58b9972f04a18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BE732-1A12-4228-ADC8-72E06742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FEFA8-F096-4DCA-A5FB-D73154FF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07A6F-CA96-4705-B826-21E15E96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BF70F-D758-4CAE-8529-EC8912AE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B9944-4A97-4885-A486-5B7F7976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F9D76-4FDF-4336-86B8-54892F55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F9C60-E614-4743-B153-13328C8F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5B6336-5B92-45FC-828C-72565CA4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SPEED PROOF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400050" y="4057650"/>
          <a:ext xmlns:a="http://schemas.openxmlformats.org/drawingml/2006/main" cx="400050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7d85f087e64d2c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4C9B8-ACF6-42A0-B556-3E263775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7195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64%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5EFC6-0A20-468D-A0AB-EFDC9BDD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95825"/>
            <a:ext cx="1123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RUNTIME</a:t>
            </a:r>
          </a:p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38B13D-D1B5-47D0-9EBD-F4E3F42B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263BC-90A7-47F0-96B2-B1135076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latest wall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3CB183-54BE-42D6-839F-CF0C17E4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753D7-155A-4F74-9C40-CC3B4618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1d3137ffc48a7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6F0ACA-0AD3-4482-BC62-FFDAEDB7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C7C4A1-2AC2-4A39-BA5F-ECD996FD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842FC3-6CD2-4CF6-BAFA-08851EA3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C17747-CF62-4DC0-8362-0ACD3533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29656A-D48F-420C-B248-514DBF31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310049-2CD2-429E-B383-1C89A9F4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ADD9E7-2CE6-4FE1-A06F-66EDB68E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8CFEDB-E4A5-4832-B7BE-3267E93F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A3846B-0824-4F65-A71F-7F31F0A7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988694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2026-09-15T05:23:16.1040000Z</dcterms:created>
  <dcterms:modified xsi:type="dcterms:W3CDTF">2026-09-15T05:23:16.1040000Z</dcterms:modified>
</coreProperties>
</file>